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BCD"/>
          </a:solidFill>
        </a:fill>
      </a:tcStyle>
    </a:wholeTbl>
    <a:band2H>
      <a:tcTxStyle b="def" i="def"/>
      <a:tcStyle>
        <a:tcBdr/>
        <a:fill>
          <a:solidFill>
            <a:srgbClr val="E6E7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FCE"/>
          </a:solidFill>
        </a:fill>
      </a:tcStyle>
    </a:wholeTbl>
    <a:band2H>
      <a:tcTxStyle b="def" i="def"/>
      <a:tcStyle>
        <a:tcBdr/>
        <a:fill>
          <a:solidFill>
            <a:srgbClr val="E6E9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BE2E6"/>
          </a:solidFill>
        </a:fill>
      </a:tcStyle>
    </a:wholeTbl>
    <a:band2H>
      <a:tcTxStyle b="def" i="def"/>
      <a:tcStyle>
        <a:tcBdr/>
        <a:fill>
          <a:solidFill>
            <a:srgbClr val="FDF1F3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 PPT 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lick to add title"/>
          <p:cNvSpPr txBox="1"/>
          <p:nvPr>
            <p:ph type="title" hasCustomPrompt="1"/>
          </p:nvPr>
        </p:nvSpPr>
        <p:spPr>
          <a:xfrm>
            <a:off x="363599" y="1137419"/>
            <a:ext cx="8416802" cy="1608999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FFFFF"/>
                </a:solidFill>
                <a:latin typeface="MiSans Heavy"/>
                <a:ea typeface="MiSans Heavy"/>
                <a:cs typeface="MiSans Heavy"/>
                <a:sym typeface="MiSans Heavy"/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13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pic>
        <p:nvPicPr>
          <p:cNvPr id="14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4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Click to add title"/>
          <p:cNvSpPr txBox="1"/>
          <p:nvPr/>
        </p:nvSpPr>
        <p:spPr>
          <a:xfrm>
            <a:off x="363599" y="2275042"/>
            <a:ext cx="8416802" cy="874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685800">
              <a:lnSpc>
                <a:spcPct val="130000"/>
              </a:lnSpc>
              <a:spcBef>
                <a:spcPts val="1000"/>
              </a:spcBef>
              <a:defRPr spc="230" sz="20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17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 of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6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5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 Slide separato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43" name="Click to add title"/>
          <p:cNvSpPr txBox="1"/>
          <p:nvPr>
            <p:ph type="title" hasCustomPrompt="1"/>
          </p:nvPr>
        </p:nvSpPr>
        <p:spPr>
          <a:xfrm>
            <a:off x="363537" y="1826577"/>
            <a:ext cx="8416926" cy="872173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FFFFF"/>
                </a:solidFill>
                <a:latin typeface="MiSans Heavy"/>
                <a:ea typeface="MiSans Heavy"/>
                <a:cs typeface="MiSans Heavy"/>
                <a:sym typeface="MiSans Heavy"/>
              </a:defRPr>
            </a:lvl1pPr>
          </a:lstStyle>
          <a:p>
            <a:pPr/>
            <a:r>
              <a:t>Click to add title</a:t>
            </a:r>
          </a:p>
        </p:txBody>
      </p:sp>
      <p:pic>
        <p:nvPicPr>
          <p:cNvPr id="44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片 3" descr="图片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4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lide separator with image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14"/>
          <p:cNvSpPr/>
          <p:nvPr/>
        </p:nvSpPr>
        <p:spPr>
          <a:xfrm>
            <a:off x="3232784" y="635"/>
            <a:ext cx="5925187" cy="5143501"/>
          </a:xfrm>
          <a:prstGeom prst="rect">
            <a:avLst/>
          </a:prstGeom>
          <a:solidFill>
            <a:srgbClr val="F5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54" name="矩形 15"/>
          <p:cNvSpPr/>
          <p:nvPr/>
        </p:nvSpPr>
        <p:spPr>
          <a:xfrm flipH="1">
            <a:off x="3156585" y="635"/>
            <a:ext cx="76201" cy="514350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55" name="矩形 16"/>
          <p:cNvSpPr/>
          <p:nvPr/>
        </p:nvSpPr>
        <p:spPr>
          <a:xfrm flipH="1">
            <a:off x="-635" y="0"/>
            <a:ext cx="3201036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56" name="Title Text"/>
          <p:cNvSpPr txBox="1"/>
          <p:nvPr>
            <p:ph type="title"/>
          </p:nvPr>
        </p:nvSpPr>
        <p:spPr>
          <a:xfrm>
            <a:off x="367665" y="347785"/>
            <a:ext cx="2516938" cy="444793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lide separator with image02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15"/>
          <p:cNvSpPr/>
          <p:nvPr/>
        </p:nvSpPr>
        <p:spPr>
          <a:xfrm flipH="1">
            <a:off x="3156585" y="635"/>
            <a:ext cx="76201" cy="51435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65" name="矩形 16"/>
          <p:cNvSpPr/>
          <p:nvPr/>
        </p:nvSpPr>
        <p:spPr>
          <a:xfrm flipH="1">
            <a:off x="-635" y="0"/>
            <a:ext cx="3201036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xfrm>
            <a:off x="367665" y="347785"/>
            <a:ext cx="2516938" cy="444793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lide separator with image03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11"/>
          <p:cNvSpPr/>
          <p:nvPr/>
        </p:nvSpPr>
        <p:spPr>
          <a:xfrm>
            <a:off x="635" y="3810"/>
            <a:ext cx="9144635" cy="2571115"/>
          </a:xfrm>
          <a:prstGeom prst="rect">
            <a:avLst/>
          </a:prstGeom>
          <a:solidFill>
            <a:srgbClr val="F5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75" name="矩形 12"/>
          <p:cNvSpPr/>
          <p:nvPr/>
        </p:nvSpPr>
        <p:spPr>
          <a:xfrm flipH="1" rot="5400000">
            <a:off x="4534534" y="-1988186"/>
            <a:ext cx="76201" cy="9144636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76" name="矩形 13"/>
          <p:cNvSpPr/>
          <p:nvPr/>
        </p:nvSpPr>
        <p:spPr>
          <a:xfrm flipH="1">
            <a:off x="-636" y="2574925"/>
            <a:ext cx="9144636" cy="256857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77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pic>
        <p:nvPicPr>
          <p:cNvPr id="78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4292820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/>
          <p:nvPr>
            <p:ph type="title"/>
          </p:nvPr>
        </p:nvSpPr>
        <p:spPr>
          <a:xfrm>
            <a:off x="367665" y="2622232"/>
            <a:ext cx="8415656" cy="1625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inal slid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97" name="Click to add title"/>
          <p:cNvSpPr txBox="1"/>
          <p:nvPr>
            <p:ph type="title" hasCustomPrompt="1"/>
          </p:nvPr>
        </p:nvSpPr>
        <p:spPr>
          <a:xfrm>
            <a:off x="363599" y="1335789"/>
            <a:ext cx="8416802" cy="1443776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FFFFF"/>
                </a:solidFill>
                <a:latin typeface="MiSans Heavy"/>
                <a:ea typeface="MiSans Heavy"/>
                <a:cs typeface="MiSans Heavy"/>
                <a:sym typeface="MiSans Heavy"/>
              </a:defRPr>
            </a:lvl1pPr>
          </a:lstStyle>
          <a:p>
            <a:pPr/>
            <a:r>
              <a:t>Click to add title</a:t>
            </a:r>
          </a:p>
        </p:txBody>
      </p:sp>
      <p:pic>
        <p:nvPicPr>
          <p:cNvPr id="98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4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lide separator with image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4"/>
          <p:cNvSpPr/>
          <p:nvPr/>
        </p:nvSpPr>
        <p:spPr>
          <a:xfrm>
            <a:off x="3232784" y="634"/>
            <a:ext cx="5925187" cy="5143502"/>
          </a:xfrm>
          <a:prstGeom prst="rect">
            <a:avLst/>
          </a:prstGeom>
          <a:solidFill>
            <a:srgbClr val="F5F5F6"/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108" name="矩形 15"/>
          <p:cNvSpPr/>
          <p:nvPr/>
        </p:nvSpPr>
        <p:spPr>
          <a:xfrm flipH="1">
            <a:off x="3156584" y="634"/>
            <a:ext cx="76202" cy="51435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109" name="矩形 16"/>
          <p:cNvSpPr/>
          <p:nvPr/>
        </p:nvSpPr>
        <p:spPr>
          <a:xfrm flipH="1">
            <a:off x="-636" y="-1"/>
            <a:ext cx="3201037" cy="51435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110" name="Slide Number"/>
          <p:cNvSpPr txBox="1"/>
          <p:nvPr>
            <p:ph type="sldNum" sz="quarter" idx="2"/>
          </p:nvPr>
        </p:nvSpPr>
        <p:spPr>
          <a:xfrm>
            <a:off x="6426200" y="4767262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8656320" y="4884420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999999"/>
                </a:solidFill>
                <a:latin typeface="MiSans Light"/>
                <a:ea typeface="MiSans Light"/>
                <a:cs typeface="MiSans Light"/>
                <a:sym typeface="MiSans Light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" name="Google Shape;9;p1"/>
          <p:cNvSpPr txBox="1"/>
          <p:nvPr/>
        </p:nvSpPr>
        <p:spPr>
          <a:xfrm>
            <a:off x="368299" y="4899659"/>
            <a:ext cx="39376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367665" y="360045"/>
            <a:ext cx="8415656" cy="52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367665" y="1029969"/>
            <a:ext cx="8416926" cy="3569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1pPr>
      <a:lvl2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2pPr>
      <a:lvl3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3pPr>
      <a:lvl4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4pPr>
      <a:lvl5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5pPr>
      <a:lvl6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6pPr>
      <a:lvl7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7pPr>
      <a:lvl8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8pPr>
      <a:lvl9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9pPr>
    </p:titleStyle>
    <p:bodyStyle>
      <a:lvl1pPr marL="0" marR="0" indent="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1pPr>
      <a:lvl2pPr marL="528637" marR="0" indent="-185737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●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2pPr>
      <a:lvl3pPr marL="871537" marR="0" indent="-185737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●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3pPr>
      <a:lvl4pPr marL="0" marR="0" indent="102870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4pPr>
      <a:lvl5pPr marL="1594485" marR="0" indent="-222885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5pPr>
      <a:lvl6pPr marL="18865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6pPr>
      <a:lvl7pPr marL="22294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7pPr>
      <a:lvl8pPr marL="25723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8pPr>
      <a:lvl9pPr marL="29152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标题 3"/>
          <p:cNvSpPr txBox="1"/>
          <p:nvPr/>
        </p:nvSpPr>
        <p:spPr>
          <a:xfrm>
            <a:off x="210722" y="2327617"/>
            <a:ext cx="27783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312038">
              <a:lnSpc>
                <a:spcPct val="115000"/>
              </a:lnSpc>
              <a:defRPr sz="2300">
                <a:solidFill>
                  <a:srgbClr val="FFFFFF"/>
                </a:solidFill>
                <a:latin typeface="MiSans Semibold"/>
                <a:ea typeface="MiSans Semibold"/>
                <a:cs typeface="MiSans Semibold"/>
                <a:sym typeface="MiSans Semibold"/>
              </a:defRPr>
            </a:lvl1pPr>
          </a:lstStyle>
          <a:p>
            <a:pPr/>
            <a:r>
              <a:t>章节 Title</a:t>
            </a:r>
          </a:p>
        </p:txBody>
      </p:sp>
      <p:sp>
        <p:nvSpPr>
          <p:cNvPr id="120" name="Shape 1"/>
          <p:cNvSpPr/>
          <p:nvPr/>
        </p:nvSpPr>
        <p:spPr>
          <a:xfrm>
            <a:off x="211797" y="1671918"/>
            <a:ext cx="964407" cy="3143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0" y="0"/>
                </a:moveTo>
                <a:lnTo>
                  <a:pt x="20320" y="0"/>
                </a:lnTo>
                <a:cubicBezTo>
                  <a:pt x="21027" y="0"/>
                  <a:pt x="21600" y="1758"/>
                  <a:pt x="21600" y="3927"/>
                </a:cubicBezTo>
                <a:lnTo>
                  <a:pt x="21600" y="17673"/>
                </a:lnTo>
                <a:cubicBezTo>
                  <a:pt x="21600" y="19842"/>
                  <a:pt x="21027" y="21600"/>
                  <a:pt x="20320" y="21600"/>
                </a:cubicBezTo>
                <a:lnTo>
                  <a:pt x="1280" y="21600"/>
                </a:lnTo>
                <a:cubicBezTo>
                  <a:pt x="573" y="21600"/>
                  <a:pt x="0" y="19842"/>
                  <a:pt x="0" y="17673"/>
                </a:cubicBezTo>
                <a:lnTo>
                  <a:pt x="0" y="3927"/>
                </a:lnTo>
                <a:cubicBezTo>
                  <a:pt x="0" y="1760"/>
                  <a:pt x="574" y="0"/>
                  <a:pt x="1280" y="0"/>
                </a:cubicBezTo>
                <a:close/>
              </a:path>
            </a:pathLst>
          </a:custGeom>
          <a:solidFill>
            <a:srgbClr val="00B4D8"/>
          </a:solidFill>
          <a:ln w="12700">
            <a:miter lim="400000"/>
          </a:ln>
        </p:spPr>
        <p:txBody>
          <a:bodyPr lIns="34289" tIns="34289" rIns="34289" bIns="34289"/>
          <a:lstStyle/>
          <a:p>
            <a:pPr defTabSz="685800"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Text 2"/>
          <p:cNvSpPr txBox="1"/>
          <p:nvPr/>
        </p:nvSpPr>
        <p:spPr>
          <a:xfrm>
            <a:off x="383247" y="1738394"/>
            <a:ext cx="6903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lnSpc>
                <a:spcPct val="120000"/>
              </a:lnSpc>
              <a:defRPr spc="55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章节编号</a:t>
            </a:r>
          </a:p>
        </p:txBody>
      </p:sp>
      <p:pic>
        <p:nvPicPr>
          <p:cNvPr id="122" name="图片 13" descr="图片 13"/>
          <p:cNvPicPr>
            <a:picLocks noChangeAspect="1"/>
          </p:cNvPicPr>
          <p:nvPr/>
        </p:nvPicPr>
        <p:blipFill>
          <a:blip r:embed="rId2">
            <a:extLst/>
          </a:blip>
          <a:srcRect l="0" t="20530" r="0" b="20530"/>
          <a:stretch>
            <a:fillRect/>
          </a:stretch>
        </p:blipFill>
        <p:spPr>
          <a:xfrm>
            <a:off x="3232804" y="-56853"/>
            <a:ext cx="5925052" cy="52572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1_WPS">
  <a:themeElements>
    <a:clrScheme name="1_WP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A2240"/>
      </a:accent1>
      <a:accent2>
        <a:srgbClr val="33B5E7"/>
      </a:accent2>
      <a:accent3>
        <a:srgbClr val="00524C"/>
      </a:accent3>
      <a:accent4>
        <a:srgbClr val="6FB1C8"/>
      </a:accent4>
      <a:accent5>
        <a:srgbClr val="625D9C"/>
      </a:accent5>
      <a:accent6>
        <a:srgbClr val="F5ACB8"/>
      </a:accent6>
      <a:hlink>
        <a:srgbClr val="0000FF"/>
      </a:hlink>
      <a:folHlink>
        <a:srgbClr val="FF00FF"/>
      </a:folHlink>
    </a:clrScheme>
    <a:fontScheme name="1_WP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W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101600" dist="50800" dir="5400000">
              <a:schemeClr val="accent3">
                <a:alpha val="60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101600" dist="50800" dir="5400000">
            <a:schemeClr val="accent1">
              <a:alpha val="60000"/>
            </a:scheme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1_WPS">
  <a:themeElements>
    <a:clrScheme name="1_WP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A2240"/>
      </a:accent1>
      <a:accent2>
        <a:srgbClr val="33B5E7"/>
      </a:accent2>
      <a:accent3>
        <a:srgbClr val="00524C"/>
      </a:accent3>
      <a:accent4>
        <a:srgbClr val="6FB1C8"/>
      </a:accent4>
      <a:accent5>
        <a:srgbClr val="625D9C"/>
      </a:accent5>
      <a:accent6>
        <a:srgbClr val="F5ACB8"/>
      </a:accent6>
      <a:hlink>
        <a:srgbClr val="0000FF"/>
      </a:hlink>
      <a:folHlink>
        <a:srgbClr val="FF00FF"/>
      </a:folHlink>
    </a:clrScheme>
    <a:fontScheme name="1_WP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W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101600" dist="50800" dir="5400000">
              <a:schemeClr val="accent3">
                <a:alpha val="60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101600" dist="50800" dir="5400000">
            <a:schemeClr val="accent1">
              <a:alpha val="60000"/>
            </a:scheme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