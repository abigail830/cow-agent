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BCD"/>
          </a:solidFill>
        </a:fill>
      </a:tcStyle>
    </a:wholeTbl>
    <a:band2H>
      <a:tcTxStyle b="def" i="def"/>
      <a:tcStyle>
        <a:tcBdr/>
        <a:fill>
          <a:solidFill>
            <a:srgbClr val="E6E7E8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FCE"/>
          </a:solidFill>
        </a:fill>
      </a:tcStyle>
    </a:wholeTbl>
    <a:band2H>
      <a:tcTxStyle b="def" i="def"/>
      <a:tcStyle>
        <a:tcBdr/>
        <a:fill>
          <a:solidFill>
            <a:srgbClr val="E6E9E8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BE2E6"/>
          </a:solidFill>
        </a:fill>
      </a:tcStyle>
    </a:wholeTbl>
    <a:band2H>
      <a:tcTxStyle b="def" i="def"/>
      <a:tcStyle>
        <a:tcBdr/>
        <a:fill>
          <a:solidFill>
            <a:srgbClr val="FDF1F3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8" name="Shape 1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 PPT Cove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lick to add title"/>
          <p:cNvSpPr txBox="1"/>
          <p:nvPr>
            <p:ph type="title" hasCustomPrompt="1"/>
          </p:nvPr>
        </p:nvSpPr>
        <p:spPr>
          <a:xfrm>
            <a:off x="363599" y="1137419"/>
            <a:ext cx="8416802" cy="1608999"/>
          </a:xfrm>
          <a:prstGeom prst="rect">
            <a:avLst/>
          </a:prstGeom>
        </p:spPr>
        <p:txBody>
          <a:bodyPr/>
          <a:lstStyle>
            <a:lvl1pPr>
              <a:defRPr spc="166" sz="3000">
                <a:solidFill>
                  <a:srgbClr val="FFFFFF"/>
                </a:solidFill>
                <a:latin typeface="MiSans Heavy"/>
                <a:ea typeface="MiSans Heavy"/>
                <a:cs typeface="MiSans Heavy"/>
                <a:sym typeface="MiSans Heavy"/>
              </a:defRPr>
            </a:lvl1pPr>
          </a:lstStyle>
          <a:p>
            <a:pPr/>
            <a:r>
              <a:t>Click to add title</a:t>
            </a:r>
          </a:p>
        </p:txBody>
      </p:sp>
      <p:sp>
        <p:nvSpPr>
          <p:cNvPr id="13" name="Google Shape;9;p1"/>
          <p:cNvSpPr txBox="1"/>
          <p:nvPr/>
        </p:nvSpPr>
        <p:spPr>
          <a:xfrm>
            <a:off x="363599" y="4899659"/>
            <a:ext cx="12979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600">
                <a:solidFill>
                  <a:schemeClr val="accent2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  <a:r>
              <a:t>© 202</a:t>
            </a:r>
            <a:r>
              <a:t>6</a:t>
            </a:r>
            <a:r>
              <a:t> </a:t>
            </a:r>
            <a:r>
              <a:t> Inspire</a:t>
            </a:r>
            <a:r>
              <a:t>  |  Confidential </a:t>
            </a:r>
          </a:p>
        </p:txBody>
      </p:sp>
      <p:pic>
        <p:nvPicPr>
          <p:cNvPr id="14" name="图片 1" descr="图片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68184" y="3018154"/>
            <a:ext cx="1898651" cy="2008506"/>
          </a:xfrm>
          <a:prstGeom prst="rect">
            <a:avLst/>
          </a:prstGeom>
          <a:ln w="12700">
            <a:miter lim="400000"/>
          </a:ln>
        </p:spPr>
      </p:pic>
      <p:pic>
        <p:nvPicPr>
          <p:cNvPr id="15" name="图片 5" descr="图片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1150" y="343534"/>
            <a:ext cx="1410483" cy="439201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Click to add title"/>
          <p:cNvSpPr txBox="1"/>
          <p:nvPr/>
        </p:nvSpPr>
        <p:spPr>
          <a:xfrm>
            <a:off x="363599" y="2275042"/>
            <a:ext cx="8416802" cy="8743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>
            <a:lvl1pPr defTabSz="685800">
              <a:lnSpc>
                <a:spcPct val="130000"/>
              </a:lnSpc>
              <a:spcBef>
                <a:spcPts val="1000"/>
              </a:spcBef>
              <a:defRPr spc="230" sz="2000">
                <a:solidFill>
                  <a:schemeClr val="accent2"/>
                </a:solidFill>
                <a:latin typeface="MiSans Light"/>
                <a:ea typeface="MiSans Light"/>
                <a:cs typeface="MiSans Light"/>
                <a:sym typeface="MiSans Light"/>
              </a:defRPr>
            </a:lvl1pPr>
          </a:lstStyle>
          <a:p>
            <a:pPr/>
            <a:r>
              <a:t>Click to add title</a:t>
            </a:r>
          </a:p>
        </p:txBody>
      </p:sp>
      <p:sp>
        <p:nvSpPr>
          <p:cNvPr id="17" name="Slide Number"/>
          <p:cNvSpPr txBox="1"/>
          <p:nvPr>
            <p:ph type="sldNum" sz="quarter" idx="2"/>
          </p:nvPr>
        </p:nvSpPr>
        <p:spPr>
          <a:xfrm>
            <a:off x="4419600" y="4767262"/>
            <a:ext cx="2133600" cy="2794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4B4BC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able of content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2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6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4B4BC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35" name="Google Shape;9;p1"/>
          <p:cNvSpPr txBox="1"/>
          <p:nvPr/>
        </p:nvSpPr>
        <p:spPr>
          <a:xfrm>
            <a:off x="363599" y="4899659"/>
            <a:ext cx="12979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600">
                <a:solidFill>
                  <a:schemeClr val="accent2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  <a:r>
              <a:t>© 202</a:t>
            </a:r>
            <a:r>
              <a:t>6</a:t>
            </a:r>
            <a:r>
              <a:t> </a:t>
            </a:r>
            <a:r>
              <a:t> Inspire</a:t>
            </a:r>
            <a:r>
              <a:t>  |  Confidential 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 Slide separato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9;p1"/>
          <p:cNvSpPr txBox="1"/>
          <p:nvPr/>
        </p:nvSpPr>
        <p:spPr>
          <a:xfrm>
            <a:off x="363599" y="4899659"/>
            <a:ext cx="12979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600">
                <a:solidFill>
                  <a:schemeClr val="accent2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  <a:r>
              <a:t>© 202</a:t>
            </a:r>
            <a:r>
              <a:t>6</a:t>
            </a:r>
            <a:r>
              <a:t> </a:t>
            </a:r>
            <a:r>
              <a:t> Inspire</a:t>
            </a:r>
            <a:r>
              <a:t>  |  Confidential </a:t>
            </a:r>
          </a:p>
        </p:txBody>
      </p:sp>
      <p:sp>
        <p:nvSpPr>
          <p:cNvPr id="43" name="Click to add title"/>
          <p:cNvSpPr txBox="1"/>
          <p:nvPr>
            <p:ph type="title" hasCustomPrompt="1"/>
          </p:nvPr>
        </p:nvSpPr>
        <p:spPr>
          <a:xfrm>
            <a:off x="363537" y="1826577"/>
            <a:ext cx="8416926" cy="872173"/>
          </a:xfrm>
          <a:prstGeom prst="rect">
            <a:avLst/>
          </a:prstGeom>
        </p:spPr>
        <p:txBody>
          <a:bodyPr/>
          <a:lstStyle>
            <a:lvl1pPr>
              <a:defRPr spc="166" sz="3000">
                <a:solidFill>
                  <a:srgbClr val="FFFFFF"/>
                </a:solidFill>
                <a:latin typeface="MiSans Heavy"/>
                <a:ea typeface="MiSans Heavy"/>
                <a:cs typeface="MiSans Heavy"/>
                <a:sym typeface="MiSans Heavy"/>
              </a:defRPr>
            </a:lvl1pPr>
          </a:lstStyle>
          <a:p>
            <a:pPr/>
            <a:r>
              <a:t>Click to add title</a:t>
            </a:r>
          </a:p>
        </p:txBody>
      </p:sp>
      <p:pic>
        <p:nvPicPr>
          <p:cNvPr id="44" name="图片 1" descr="图片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68184" y="3018154"/>
            <a:ext cx="1898651" cy="2008506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片 3" descr="图片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1150" y="343534"/>
            <a:ext cx="1410483" cy="439201"/>
          </a:xfrm>
          <a:prstGeom prst="rect">
            <a:avLst/>
          </a:prstGeom>
          <a:ln w="12700">
            <a:miter lim="400000"/>
          </a:ln>
        </p:spPr>
      </p:pic>
      <p:sp>
        <p:nvSpPr>
          <p:cNvPr id="46" name="Slide Number"/>
          <p:cNvSpPr txBox="1"/>
          <p:nvPr>
            <p:ph type="sldNum" sz="quarter" idx="2"/>
          </p:nvPr>
        </p:nvSpPr>
        <p:spPr>
          <a:xfrm>
            <a:off x="4419600" y="4767262"/>
            <a:ext cx="2133600" cy="2794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4B4BC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lide separator with image"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14"/>
          <p:cNvSpPr/>
          <p:nvPr/>
        </p:nvSpPr>
        <p:spPr>
          <a:xfrm>
            <a:off x="3232784" y="635"/>
            <a:ext cx="5925187" cy="5143501"/>
          </a:xfrm>
          <a:prstGeom prst="rect">
            <a:avLst/>
          </a:prstGeom>
          <a:solidFill>
            <a:srgbClr val="F5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</a:p>
        </p:txBody>
      </p:sp>
      <p:sp>
        <p:nvSpPr>
          <p:cNvPr id="54" name="矩形 15"/>
          <p:cNvSpPr/>
          <p:nvPr/>
        </p:nvSpPr>
        <p:spPr>
          <a:xfrm flipH="1">
            <a:off x="3156585" y="635"/>
            <a:ext cx="76201" cy="5143501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</a:p>
        </p:txBody>
      </p:sp>
      <p:sp>
        <p:nvSpPr>
          <p:cNvPr id="55" name="矩形 16"/>
          <p:cNvSpPr/>
          <p:nvPr/>
        </p:nvSpPr>
        <p:spPr>
          <a:xfrm flipH="1">
            <a:off x="-635" y="0"/>
            <a:ext cx="3201036" cy="51435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</a:p>
        </p:txBody>
      </p:sp>
      <p:sp>
        <p:nvSpPr>
          <p:cNvPr id="56" name="Title Text"/>
          <p:cNvSpPr txBox="1"/>
          <p:nvPr>
            <p:ph type="title"/>
          </p:nvPr>
        </p:nvSpPr>
        <p:spPr>
          <a:xfrm>
            <a:off x="367665" y="347785"/>
            <a:ext cx="2516938" cy="4447930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7" name="Slide Number"/>
          <p:cNvSpPr txBox="1"/>
          <p:nvPr>
            <p:ph type="sldNum" sz="quarter" idx="2"/>
          </p:nvPr>
        </p:nvSpPr>
        <p:spPr>
          <a:xfrm>
            <a:off x="4419600" y="4767262"/>
            <a:ext cx="2133600" cy="2794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4B4BC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lide separator with image02"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矩形 15"/>
          <p:cNvSpPr/>
          <p:nvPr/>
        </p:nvSpPr>
        <p:spPr>
          <a:xfrm flipH="1">
            <a:off x="3156585" y="635"/>
            <a:ext cx="76201" cy="51435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</a:p>
        </p:txBody>
      </p:sp>
      <p:sp>
        <p:nvSpPr>
          <p:cNvPr id="65" name="矩形 16"/>
          <p:cNvSpPr/>
          <p:nvPr/>
        </p:nvSpPr>
        <p:spPr>
          <a:xfrm flipH="1">
            <a:off x="-635" y="0"/>
            <a:ext cx="3201036" cy="51435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xfrm>
            <a:off x="367665" y="347785"/>
            <a:ext cx="2516938" cy="444793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MiSans"/>
                <a:ea typeface="MiSans"/>
                <a:cs typeface="MiSans"/>
                <a:sym typeface="MiSans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67" name="Slide Number"/>
          <p:cNvSpPr txBox="1"/>
          <p:nvPr>
            <p:ph type="sldNum" sz="quarter" idx="2"/>
          </p:nvPr>
        </p:nvSpPr>
        <p:spPr>
          <a:xfrm>
            <a:off x="4419600" y="4767262"/>
            <a:ext cx="2133600" cy="2794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4B4BC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lide separator with image03">
    <p:bg>
      <p:bgPr>
        <a:solidFill>
          <a:srgbClr val="F5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矩形 11"/>
          <p:cNvSpPr/>
          <p:nvPr/>
        </p:nvSpPr>
        <p:spPr>
          <a:xfrm>
            <a:off x="635" y="3810"/>
            <a:ext cx="9144635" cy="2571115"/>
          </a:xfrm>
          <a:prstGeom prst="rect">
            <a:avLst/>
          </a:prstGeom>
          <a:solidFill>
            <a:srgbClr val="F5F5F6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</a:p>
        </p:txBody>
      </p:sp>
      <p:sp>
        <p:nvSpPr>
          <p:cNvPr id="75" name="矩形 12"/>
          <p:cNvSpPr/>
          <p:nvPr/>
        </p:nvSpPr>
        <p:spPr>
          <a:xfrm flipH="1" rot="5400000">
            <a:off x="4534534" y="-1988186"/>
            <a:ext cx="76201" cy="9144636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</a:p>
        </p:txBody>
      </p:sp>
      <p:sp>
        <p:nvSpPr>
          <p:cNvPr id="76" name="矩形 13"/>
          <p:cNvSpPr/>
          <p:nvPr/>
        </p:nvSpPr>
        <p:spPr>
          <a:xfrm flipH="1">
            <a:off x="-636" y="2574925"/>
            <a:ext cx="9144636" cy="2568575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</a:p>
        </p:txBody>
      </p:sp>
      <p:sp>
        <p:nvSpPr>
          <p:cNvPr id="77" name="Google Shape;9;p1"/>
          <p:cNvSpPr txBox="1"/>
          <p:nvPr/>
        </p:nvSpPr>
        <p:spPr>
          <a:xfrm>
            <a:off x="363599" y="4899659"/>
            <a:ext cx="12979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600">
                <a:solidFill>
                  <a:schemeClr val="accent2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  <a:r>
              <a:t>© 202</a:t>
            </a:r>
            <a:r>
              <a:t>6</a:t>
            </a:r>
            <a:r>
              <a:t> </a:t>
            </a:r>
            <a:r>
              <a:t> Inspire</a:t>
            </a:r>
            <a:r>
              <a:t>  |  Confidential </a:t>
            </a:r>
          </a:p>
        </p:txBody>
      </p:sp>
      <p:pic>
        <p:nvPicPr>
          <p:cNvPr id="78" name="图片 1" descr="图片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68184" y="3018154"/>
            <a:ext cx="1898651" cy="2008506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片 4" descr="图片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1150" y="4292820"/>
            <a:ext cx="1410483" cy="439201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Title Text"/>
          <p:cNvSpPr txBox="1"/>
          <p:nvPr>
            <p:ph type="title"/>
          </p:nvPr>
        </p:nvSpPr>
        <p:spPr>
          <a:xfrm>
            <a:off x="367665" y="2622232"/>
            <a:ext cx="8415656" cy="162530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xfrm>
            <a:off x="4419600" y="4767262"/>
            <a:ext cx="2133600" cy="2794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4B4BC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9;p1"/>
          <p:cNvSpPr txBox="1"/>
          <p:nvPr/>
        </p:nvSpPr>
        <p:spPr>
          <a:xfrm>
            <a:off x="363599" y="4899659"/>
            <a:ext cx="12979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600">
                <a:solidFill>
                  <a:schemeClr val="accent2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  <a:r>
              <a:t>© 202</a:t>
            </a:r>
            <a:r>
              <a:t>6</a:t>
            </a:r>
            <a:r>
              <a:t> </a:t>
            </a:r>
            <a:r>
              <a:t> Inspire</a:t>
            </a:r>
            <a:r>
              <a:t>  |  Confidential </a:t>
            </a:r>
          </a:p>
        </p:txBody>
      </p:sp>
      <p:sp>
        <p:nvSpPr>
          <p:cNvPr id="8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inal slide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;p1"/>
          <p:cNvSpPr txBox="1"/>
          <p:nvPr/>
        </p:nvSpPr>
        <p:spPr>
          <a:xfrm>
            <a:off x="363599" y="4899659"/>
            <a:ext cx="12979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600">
                <a:solidFill>
                  <a:schemeClr val="accent2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  <a:r>
              <a:t>© 202</a:t>
            </a:r>
            <a:r>
              <a:t>6</a:t>
            </a:r>
            <a:r>
              <a:t> </a:t>
            </a:r>
            <a:r>
              <a:t> Inspire</a:t>
            </a:r>
            <a:r>
              <a:t>  |  Confidential </a:t>
            </a:r>
          </a:p>
        </p:txBody>
      </p:sp>
      <p:sp>
        <p:nvSpPr>
          <p:cNvPr id="97" name="Click to add title"/>
          <p:cNvSpPr txBox="1"/>
          <p:nvPr>
            <p:ph type="title" hasCustomPrompt="1"/>
          </p:nvPr>
        </p:nvSpPr>
        <p:spPr>
          <a:xfrm>
            <a:off x="363599" y="1335789"/>
            <a:ext cx="8416802" cy="1443776"/>
          </a:xfrm>
          <a:prstGeom prst="rect">
            <a:avLst/>
          </a:prstGeom>
        </p:spPr>
        <p:txBody>
          <a:bodyPr/>
          <a:lstStyle>
            <a:lvl1pPr>
              <a:defRPr spc="166" sz="3000">
                <a:solidFill>
                  <a:srgbClr val="FFFFFF"/>
                </a:solidFill>
                <a:latin typeface="MiSans Heavy"/>
                <a:ea typeface="MiSans Heavy"/>
                <a:cs typeface="MiSans Heavy"/>
                <a:sym typeface="MiSans Heavy"/>
              </a:defRPr>
            </a:lvl1pPr>
          </a:lstStyle>
          <a:p>
            <a:pPr/>
            <a:r>
              <a:t>Click to add title</a:t>
            </a:r>
          </a:p>
        </p:txBody>
      </p:sp>
      <p:pic>
        <p:nvPicPr>
          <p:cNvPr id="98" name="图片 1" descr="图片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68184" y="3018154"/>
            <a:ext cx="1898651" cy="2008506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图片 4" descr="图片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1150" y="343534"/>
            <a:ext cx="1410483" cy="439201"/>
          </a:xfrm>
          <a:prstGeom prst="rect">
            <a:avLst/>
          </a:prstGeom>
          <a:ln w="12700">
            <a:miter lim="400000"/>
          </a:ln>
        </p:spPr>
      </p:pic>
      <p:sp>
        <p:nvSpPr>
          <p:cNvPr id="100" name="Slide Number"/>
          <p:cNvSpPr txBox="1"/>
          <p:nvPr>
            <p:ph type="sldNum" sz="quarter" idx="2"/>
          </p:nvPr>
        </p:nvSpPr>
        <p:spPr>
          <a:xfrm>
            <a:off x="4419600" y="4767262"/>
            <a:ext cx="2133600" cy="2794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4B4BC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final slide">
    <p:bg>
      <p:bgPr>
        <a:solidFill>
          <a:srgbClr val="10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9;p1"/>
          <p:cNvSpPr txBox="1"/>
          <p:nvPr/>
        </p:nvSpPr>
        <p:spPr>
          <a:xfrm>
            <a:off x="363599" y="4899659"/>
            <a:ext cx="129794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>
              <a:defRPr sz="600">
                <a:solidFill>
                  <a:srgbClr val="5DB2E2"/>
                </a:solidFill>
                <a:latin typeface="MiSans Regular"/>
                <a:ea typeface="MiSans Regular"/>
                <a:cs typeface="MiSans Regular"/>
                <a:sym typeface="MiSans Regular"/>
              </a:defRPr>
            </a:lvl1pPr>
          </a:lstStyle>
          <a:p>
            <a:pPr/>
            <a:r>
              <a:t>© 2026  Inspire  |  Confidential </a:t>
            </a:r>
          </a:p>
        </p:txBody>
      </p:sp>
      <p:sp>
        <p:nvSpPr>
          <p:cNvPr id="108" name="Click to add title"/>
          <p:cNvSpPr txBox="1"/>
          <p:nvPr>
            <p:ph type="title" hasCustomPrompt="1"/>
          </p:nvPr>
        </p:nvSpPr>
        <p:spPr>
          <a:xfrm>
            <a:off x="363599" y="1335789"/>
            <a:ext cx="8416802" cy="1443777"/>
          </a:xfrm>
          <a:prstGeom prst="rect">
            <a:avLst/>
          </a:prstGeom>
        </p:spPr>
        <p:txBody>
          <a:bodyPr/>
          <a:lstStyle>
            <a:lvl1pPr>
              <a:defRPr spc="166" sz="3000">
                <a:solidFill>
                  <a:srgbClr val="F5F5F6"/>
                </a:solidFill>
              </a:defRPr>
            </a:lvl1pPr>
          </a:lstStyle>
          <a:p>
            <a:pPr/>
            <a:r>
              <a:t>Click to add title</a:t>
            </a:r>
          </a:p>
        </p:txBody>
      </p:sp>
      <p:pic>
        <p:nvPicPr>
          <p:cNvPr id="109" name="图片 1" descr="图片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68184" y="3018153"/>
            <a:ext cx="1898652" cy="200850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0" name="图片 4" descr="图片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1150" y="343533"/>
            <a:ext cx="1410483" cy="439202"/>
          </a:xfrm>
          <a:prstGeom prst="rect">
            <a:avLst/>
          </a:prstGeom>
          <a:ln w="12700">
            <a:miter lim="400000"/>
          </a:ln>
        </p:spPr>
      </p:pic>
      <p:sp>
        <p:nvSpPr>
          <p:cNvPr id="111" name="Slide Number"/>
          <p:cNvSpPr txBox="1"/>
          <p:nvPr>
            <p:ph type="sldNum" sz="quarter" idx="2"/>
          </p:nvPr>
        </p:nvSpPr>
        <p:spPr>
          <a:xfrm>
            <a:off x="6426199" y="4767262"/>
            <a:ext cx="127001" cy="12700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B4B4BC"/>
                </a:solidFill>
                <a:latin typeface="MiSans Regular"/>
                <a:ea typeface="MiSans Regular"/>
                <a:cs typeface="MiSans Regular"/>
                <a:sym typeface="MiSans Regular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"/>
          <p:cNvSpPr txBox="1"/>
          <p:nvPr>
            <p:ph type="sldNum" sz="quarter" idx="2"/>
          </p:nvPr>
        </p:nvSpPr>
        <p:spPr>
          <a:xfrm>
            <a:off x="8656320" y="4884420"/>
            <a:ext cx="127001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defRPr sz="600">
                <a:solidFill>
                  <a:srgbClr val="999999"/>
                </a:solidFill>
                <a:latin typeface="MiSans Light"/>
                <a:ea typeface="MiSans Light"/>
                <a:cs typeface="MiSans Light"/>
                <a:sym typeface="MiSans Light"/>
              </a:defRPr>
            </a:lvl1pPr>
          </a:lstStyle>
          <a:p>
            <a:pPr/>
            <a:fld id="{86CB4B4D-7CA3-9044-876B-883B54F8677D}" type="slidenum"/>
          </a:p>
        </p:txBody>
      </p:sp>
      <p:sp>
        <p:nvSpPr>
          <p:cNvPr id="3" name="Google Shape;9;p1"/>
          <p:cNvSpPr txBox="1"/>
          <p:nvPr/>
        </p:nvSpPr>
        <p:spPr>
          <a:xfrm>
            <a:off x="368299" y="4899659"/>
            <a:ext cx="3937636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600">
                <a:solidFill>
                  <a:schemeClr val="accent2"/>
                </a:solidFill>
                <a:latin typeface="MiSans Light"/>
                <a:ea typeface="MiSans Light"/>
                <a:cs typeface="MiSans Light"/>
                <a:sym typeface="MiSans Light"/>
              </a:defRPr>
            </a:pPr>
            <a:r>
              <a:t>© 202</a:t>
            </a:r>
            <a:r>
              <a:t>6</a:t>
            </a:r>
            <a:r>
              <a:t> </a:t>
            </a:r>
            <a:r>
              <a:t> Inspire</a:t>
            </a:r>
            <a:r>
              <a:t>  |  Confidential </a:t>
            </a:r>
          </a:p>
        </p:txBody>
      </p:sp>
      <p:sp>
        <p:nvSpPr>
          <p:cNvPr id="4" name="Title Text"/>
          <p:cNvSpPr txBox="1"/>
          <p:nvPr>
            <p:ph type="title"/>
          </p:nvPr>
        </p:nvSpPr>
        <p:spPr>
          <a:xfrm>
            <a:off x="367665" y="360045"/>
            <a:ext cx="8415656" cy="5295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5" name="Body Level One…"/>
          <p:cNvSpPr txBox="1"/>
          <p:nvPr>
            <p:ph type="body" idx="1"/>
          </p:nvPr>
        </p:nvSpPr>
        <p:spPr>
          <a:xfrm>
            <a:off x="367665" y="1029969"/>
            <a:ext cx="8416926" cy="35699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xmlns:p14="http://schemas.microsoft.com/office/powerpoint/2010/main" spd="med" advClick="1"/>
  <p:txStyles>
    <p:titleStyle>
      <a:lvl1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2700" u="none">
          <a:solidFill>
            <a:schemeClr val="accent1"/>
          </a:solidFill>
          <a:uFillTx/>
          <a:latin typeface="MiSans Semibold"/>
          <a:ea typeface="MiSans Semibold"/>
          <a:cs typeface="MiSans Semibold"/>
          <a:sym typeface="MiSans Semibold"/>
        </a:defRPr>
      </a:lvl1pPr>
      <a:lvl2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2700" u="none">
          <a:solidFill>
            <a:schemeClr val="accent1"/>
          </a:solidFill>
          <a:uFillTx/>
          <a:latin typeface="MiSans Semibold"/>
          <a:ea typeface="MiSans Semibold"/>
          <a:cs typeface="MiSans Semibold"/>
          <a:sym typeface="MiSans Semibold"/>
        </a:defRPr>
      </a:lvl2pPr>
      <a:lvl3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2700" u="none">
          <a:solidFill>
            <a:schemeClr val="accent1"/>
          </a:solidFill>
          <a:uFillTx/>
          <a:latin typeface="MiSans Semibold"/>
          <a:ea typeface="MiSans Semibold"/>
          <a:cs typeface="MiSans Semibold"/>
          <a:sym typeface="MiSans Semibold"/>
        </a:defRPr>
      </a:lvl3pPr>
      <a:lvl4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2700" u="none">
          <a:solidFill>
            <a:schemeClr val="accent1"/>
          </a:solidFill>
          <a:uFillTx/>
          <a:latin typeface="MiSans Semibold"/>
          <a:ea typeface="MiSans Semibold"/>
          <a:cs typeface="MiSans Semibold"/>
          <a:sym typeface="MiSans Semibold"/>
        </a:defRPr>
      </a:lvl4pPr>
      <a:lvl5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2700" u="none">
          <a:solidFill>
            <a:schemeClr val="accent1"/>
          </a:solidFill>
          <a:uFillTx/>
          <a:latin typeface="MiSans Semibold"/>
          <a:ea typeface="MiSans Semibold"/>
          <a:cs typeface="MiSans Semibold"/>
          <a:sym typeface="MiSans Semibold"/>
        </a:defRPr>
      </a:lvl5pPr>
      <a:lvl6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2700" u="none">
          <a:solidFill>
            <a:schemeClr val="accent1"/>
          </a:solidFill>
          <a:uFillTx/>
          <a:latin typeface="MiSans Semibold"/>
          <a:ea typeface="MiSans Semibold"/>
          <a:cs typeface="MiSans Semibold"/>
          <a:sym typeface="MiSans Semibold"/>
        </a:defRPr>
      </a:lvl6pPr>
      <a:lvl7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2700" u="none">
          <a:solidFill>
            <a:schemeClr val="accent1"/>
          </a:solidFill>
          <a:uFillTx/>
          <a:latin typeface="MiSans Semibold"/>
          <a:ea typeface="MiSans Semibold"/>
          <a:cs typeface="MiSans Semibold"/>
          <a:sym typeface="MiSans Semibold"/>
        </a:defRPr>
      </a:lvl7pPr>
      <a:lvl8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2700" u="none">
          <a:solidFill>
            <a:schemeClr val="accent1"/>
          </a:solidFill>
          <a:uFillTx/>
          <a:latin typeface="MiSans Semibold"/>
          <a:ea typeface="MiSans Semibold"/>
          <a:cs typeface="MiSans Semibold"/>
          <a:sym typeface="MiSans Semibold"/>
        </a:defRPr>
      </a:lvl8pPr>
      <a:lvl9pPr marL="0" marR="0" indent="0" algn="l" defTabSz="685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2700" u="none">
          <a:solidFill>
            <a:schemeClr val="accent1"/>
          </a:solidFill>
          <a:uFillTx/>
          <a:latin typeface="MiSans Semibold"/>
          <a:ea typeface="MiSans Semibold"/>
          <a:cs typeface="MiSans Semibold"/>
          <a:sym typeface="MiSans Semibold"/>
        </a:defRPr>
      </a:lvl9pPr>
    </p:titleStyle>
    <p:bodyStyle>
      <a:lvl1pPr marL="0" marR="0" indent="0" algn="l" defTabSz="685800" rtl="0" latinLnBrk="0">
        <a:lnSpc>
          <a:spcPct val="13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1300" u="none">
          <a:solidFill>
            <a:srgbClr val="595959"/>
          </a:solidFill>
          <a:uFillTx/>
          <a:latin typeface="MiSans Light"/>
          <a:ea typeface="MiSans Light"/>
          <a:cs typeface="MiSans Light"/>
          <a:sym typeface="MiSans Light"/>
        </a:defRPr>
      </a:lvl1pPr>
      <a:lvl2pPr marL="528637" marR="0" indent="-185737" algn="l" defTabSz="6858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Tx/>
        <a:buChar char="●"/>
        <a:tabLst/>
        <a:defRPr b="0" baseline="0" cap="none" i="0" spc="150" strike="noStrike" sz="1300" u="none">
          <a:solidFill>
            <a:srgbClr val="595959"/>
          </a:solidFill>
          <a:uFillTx/>
          <a:latin typeface="MiSans Light"/>
          <a:ea typeface="MiSans Light"/>
          <a:cs typeface="MiSans Light"/>
          <a:sym typeface="MiSans Light"/>
        </a:defRPr>
      </a:lvl2pPr>
      <a:lvl3pPr marL="871537" marR="0" indent="-185737" algn="l" defTabSz="6858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Tx/>
        <a:buChar char="●"/>
        <a:tabLst/>
        <a:defRPr b="0" baseline="0" cap="none" i="0" spc="150" strike="noStrike" sz="1300" u="none">
          <a:solidFill>
            <a:srgbClr val="595959"/>
          </a:solidFill>
          <a:uFillTx/>
          <a:latin typeface="MiSans Light"/>
          <a:ea typeface="MiSans Light"/>
          <a:cs typeface="MiSans Light"/>
          <a:sym typeface="MiSans Light"/>
        </a:defRPr>
      </a:lvl3pPr>
      <a:lvl4pPr marL="0" marR="0" indent="1028700" algn="l" defTabSz="685800" rtl="0" latinLnBrk="0">
        <a:lnSpc>
          <a:spcPct val="130000"/>
        </a:lnSpc>
        <a:spcBef>
          <a:spcPts val="1000"/>
        </a:spcBef>
        <a:spcAft>
          <a:spcPts val="0"/>
        </a:spcAft>
        <a:buClrTx/>
        <a:buSzTx/>
        <a:buFontTx/>
        <a:buNone/>
        <a:tabLst/>
        <a:defRPr b="0" baseline="0" cap="none" i="0" spc="150" strike="noStrike" sz="1300" u="none">
          <a:solidFill>
            <a:srgbClr val="595959"/>
          </a:solidFill>
          <a:uFillTx/>
          <a:latin typeface="MiSans Light"/>
          <a:ea typeface="MiSans Light"/>
          <a:cs typeface="MiSans Light"/>
          <a:sym typeface="MiSans Light"/>
        </a:defRPr>
      </a:lvl4pPr>
      <a:lvl5pPr marL="1594485" marR="0" indent="-222885" algn="l" defTabSz="6858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150" strike="noStrike" sz="1300" u="none">
          <a:solidFill>
            <a:srgbClr val="595959"/>
          </a:solidFill>
          <a:uFillTx/>
          <a:latin typeface="MiSans Light"/>
          <a:ea typeface="MiSans Light"/>
          <a:cs typeface="MiSans Light"/>
          <a:sym typeface="MiSans Light"/>
        </a:defRPr>
      </a:lvl5pPr>
      <a:lvl6pPr marL="1886585" marR="0" indent="-171450" algn="l" defTabSz="6858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150" strike="noStrike" sz="1300" u="none">
          <a:solidFill>
            <a:srgbClr val="595959"/>
          </a:solidFill>
          <a:uFillTx/>
          <a:latin typeface="MiSans Light"/>
          <a:ea typeface="MiSans Light"/>
          <a:cs typeface="MiSans Light"/>
          <a:sym typeface="MiSans Light"/>
        </a:defRPr>
      </a:lvl6pPr>
      <a:lvl7pPr marL="2229485" marR="0" indent="-171450" algn="l" defTabSz="6858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150" strike="noStrike" sz="1300" u="none">
          <a:solidFill>
            <a:srgbClr val="595959"/>
          </a:solidFill>
          <a:uFillTx/>
          <a:latin typeface="MiSans Light"/>
          <a:ea typeface="MiSans Light"/>
          <a:cs typeface="MiSans Light"/>
          <a:sym typeface="MiSans Light"/>
        </a:defRPr>
      </a:lvl7pPr>
      <a:lvl8pPr marL="2572385" marR="0" indent="-171450" algn="l" defTabSz="6858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150" strike="noStrike" sz="1300" u="none">
          <a:solidFill>
            <a:srgbClr val="595959"/>
          </a:solidFill>
          <a:uFillTx/>
          <a:latin typeface="MiSans Light"/>
          <a:ea typeface="MiSans Light"/>
          <a:cs typeface="MiSans Light"/>
          <a:sym typeface="MiSans Light"/>
        </a:defRPr>
      </a:lvl8pPr>
      <a:lvl9pPr marL="2915285" marR="0" indent="-171450" algn="l" defTabSz="685800" rtl="0" latinLnBrk="0">
        <a:lnSpc>
          <a:spcPct val="130000"/>
        </a:lnSpc>
        <a:spcBef>
          <a:spcPts val="10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150" strike="noStrike" sz="1300" u="none">
          <a:solidFill>
            <a:srgbClr val="595959"/>
          </a:solidFill>
          <a:uFillTx/>
          <a:latin typeface="MiSans Light"/>
          <a:ea typeface="MiSans Light"/>
          <a:cs typeface="MiSans Light"/>
          <a:sym typeface="MiSans Light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MiSans Light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MiSans Light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MiSans Light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MiSans Light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MiSans Light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MiSans Light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MiSans Light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MiSans Light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MiSans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766;p113"/>
          <p:cNvSpPr txBox="1"/>
          <p:nvPr>
            <p:ph type="title"/>
          </p:nvPr>
        </p:nvSpPr>
        <p:spPr>
          <a:xfrm>
            <a:off x="363599" y="1046734"/>
            <a:ext cx="8416802" cy="1443777"/>
          </a:xfrm>
          <a:prstGeom prst="rect">
            <a:avLst/>
          </a:prstGeom>
        </p:spPr>
        <p:txBody>
          <a:bodyPr/>
          <a:lstStyle/>
          <a:p>
            <a:pPr>
              <a:defRPr spc="177" sz="3200"/>
            </a:pPr>
            <a:r>
              <a:t>拥抱AI2.0，</a:t>
            </a:r>
          </a:p>
          <a:p>
            <a:pPr>
              <a:defRPr spc="177" sz="3200"/>
            </a:pPr>
            <a:r>
              <a:t>迎接数智化未来</a:t>
            </a:r>
          </a:p>
        </p:txBody>
      </p:sp>
      <p:sp>
        <p:nvSpPr>
          <p:cNvPr id="121" name="Google Shape;1773;p113"/>
          <p:cNvSpPr txBox="1"/>
          <p:nvPr/>
        </p:nvSpPr>
        <p:spPr>
          <a:xfrm>
            <a:off x="379003" y="2623190"/>
            <a:ext cx="4283144" cy="1097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just" defTabSz="342900">
              <a:lnSpc>
                <a:spcPct val="110000"/>
              </a:lnSpc>
              <a:defRPr sz="1200">
                <a:solidFill>
                  <a:srgbClr val="F5F5F6"/>
                </a:solidFill>
                <a:latin typeface="MiSans Regular"/>
                <a:ea typeface="MiSans Regular"/>
                <a:cs typeface="MiSans Regular"/>
                <a:sym typeface="MiSans Regular"/>
              </a:defRPr>
            </a:lvl1pPr>
          </a:lstStyle>
          <a:p>
            <a:pPr/>
            <a:r>
              <a:t>Inspire英湃科技提供AI2.0在业务和研发场景下的数智化转型战略规划、体系化AI人才培养和能力建设、企业私有化大模型构建方案、AI平台和应用框架设计开发，以及AI高价值场景从探索、设计到落地实施及运营推广的端到端方案，加速您的数智化转型之旅。</a:t>
            </a:r>
          </a:p>
        </p:txBody>
      </p:sp>
      <p:sp>
        <p:nvSpPr>
          <p:cNvPr id="122" name="Shape 4"/>
          <p:cNvSpPr/>
          <p:nvPr/>
        </p:nvSpPr>
        <p:spPr>
          <a:xfrm>
            <a:off x="391458" y="2438820"/>
            <a:ext cx="685801" cy="28576"/>
          </a:xfrm>
          <a:prstGeom prst="rect">
            <a:avLst/>
          </a:prstGeom>
          <a:solidFill>
            <a:srgbClr val="00B4D8"/>
          </a:solidFill>
          <a:ln w="12700">
            <a:miter lim="400000"/>
          </a:ln>
        </p:spPr>
        <p:txBody>
          <a:bodyPr lIns="34289" tIns="34289" rIns="34289" bIns="34289"/>
          <a:lstStyle/>
          <a:p>
            <a:pPr defTabSz="685800">
              <a:defRPr sz="1200">
                <a:latin typeface="+mj-lt"/>
                <a:ea typeface="+mj-ea"/>
                <a:cs typeface="+mj-cs"/>
                <a:sym typeface="Calibri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1_WPS">
  <a:themeElements>
    <a:clrScheme name="1_WP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A2240"/>
      </a:accent1>
      <a:accent2>
        <a:srgbClr val="33B5E7"/>
      </a:accent2>
      <a:accent3>
        <a:srgbClr val="00524C"/>
      </a:accent3>
      <a:accent4>
        <a:srgbClr val="6FB1C8"/>
      </a:accent4>
      <a:accent5>
        <a:srgbClr val="625D9C"/>
      </a:accent5>
      <a:accent6>
        <a:srgbClr val="F5ACB8"/>
      </a:accent6>
      <a:hlink>
        <a:srgbClr val="0000FF"/>
      </a:hlink>
      <a:folHlink>
        <a:srgbClr val="FF00FF"/>
      </a:folHlink>
    </a:clrScheme>
    <a:fontScheme name="1_WPS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1_WP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101600" dist="50800" dir="5400000">
              <a:schemeClr val="accent3">
                <a:alpha val="60000"/>
              </a:scheme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>
          <a:outerShdw sx="100000" sy="100000" kx="0" ky="0" algn="b" rotWithShape="0" blurRad="101600" dist="50800" dir="5400000">
            <a:schemeClr val="accent1">
              <a:alpha val="60000"/>
            </a:scheme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1_WPS">
  <a:themeElements>
    <a:clrScheme name="1_WP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A2240"/>
      </a:accent1>
      <a:accent2>
        <a:srgbClr val="33B5E7"/>
      </a:accent2>
      <a:accent3>
        <a:srgbClr val="00524C"/>
      </a:accent3>
      <a:accent4>
        <a:srgbClr val="6FB1C8"/>
      </a:accent4>
      <a:accent5>
        <a:srgbClr val="625D9C"/>
      </a:accent5>
      <a:accent6>
        <a:srgbClr val="F5ACB8"/>
      </a:accent6>
      <a:hlink>
        <a:srgbClr val="0000FF"/>
      </a:hlink>
      <a:folHlink>
        <a:srgbClr val="FF00FF"/>
      </a:folHlink>
    </a:clrScheme>
    <a:fontScheme name="1_WPS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1_WP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101600" dist="50800" dir="5400000">
              <a:schemeClr val="accent3">
                <a:alpha val="60000"/>
              </a:scheme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>
          <a:outerShdw sx="100000" sy="100000" kx="0" ky="0" algn="b" rotWithShape="0" blurRad="101600" dist="50800" dir="5400000">
            <a:schemeClr val="accent1">
              <a:alpha val="60000"/>
            </a:scheme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