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D"/>
          </a:solidFill>
        </a:fill>
      </a:tcStyle>
    </a:wholeTbl>
    <a:band2H>
      <a:tcTxStyle b="def" i="def"/>
      <a:tcStyle>
        <a:tcBdr/>
        <a:fill>
          <a:solidFill>
            <a:srgbClr val="E6E7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FCE"/>
          </a:solidFill>
        </a:fill>
      </a:tcStyle>
    </a:wholeTbl>
    <a:band2H>
      <a:tcTxStyle b="def" i="def"/>
      <a:tcStyle>
        <a:tcBdr/>
        <a:fill>
          <a:solidFill>
            <a:srgbClr val="E6E9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2E6"/>
          </a:solidFill>
        </a:fill>
      </a:tcStyle>
    </a:wholeTbl>
    <a:band2H>
      <a:tcTxStyle b="def" i="def"/>
      <a:tcStyle>
        <a:tcBdr/>
        <a:fill>
          <a:solidFill>
            <a:srgbClr val="FDF1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PPT 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add title"/>
          <p:cNvSpPr txBox="1"/>
          <p:nvPr>
            <p:ph type="title" hasCustomPrompt="1"/>
          </p:nvPr>
        </p:nvSpPr>
        <p:spPr>
          <a:xfrm>
            <a:off x="363599" y="1137419"/>
            <a:ext cx="8416802" cy="1608999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3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1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Click to add title"/>
          <p:cNvSpPr txBox="1"/>
          <p:nvPr/>
        </p:nvSpPr>
        <p:spPr>
          <a:xfrm>
            <a:off x="363599" y="2275042"/>
            <a:ext cx="8416802" cy="874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85800">
              <a:lnSpc>
                <a:spcPct val="130000"/>
              </a:lnSpc>
              <a:spcBef>
                <a:spcPts val="1000"/>
              </a:spcBef>
              <a:defRPr spc="230" sz="20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of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5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Slide separat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3" name="Click to add title"/>
          <p:cNvSpPr txBox="1"/>
          <p:nvPr>
            <p:ph type="title" hasCustomPrompt="1"/>
          </p:nvPr>
        </p:nvSpPr>
        <p:spPr>
          <a:xfrm>
            <a:off x="363537" y="1826577"/>
            <a:ext cx="8416926" cy="872173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4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14"/>
          <p:cNvSpPr/>
          <p:nvPr/>
        </p:nvSpPr>
        <p:spPr>
          <a:xfrm>
            <a:off x="3232784" y="635"/>
            <a:ext cx="5925187" cy="5143501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2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3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11"/>
          <p:cNvSpPr/>
          <p:nvPr/>
        </p:nvSpPr>
        <p:spPr>
          <a:xfrm>
            <a:off x="635" y="3810"/>
            <a:ext cx="9144635" cy="2571115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5" name="矩形 12"/>
          <p:cNvSpPr/>
          <p:nvPr/>
        </p:nvSpPr>
        <p:spPr>
          <a:xfrm flipH="1" rot="5400000">
            <a:off x="4534534" y="-1988186"/>
            <a:ext cx="76201" cy="914463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6" name="矩形 13"/>
          <p:cNvSpPr/>
          <p:nvPr/>
        </p:nvSpPr>
        <p:spPr>
          <a:xfrm flipH="1">
            <a:off x="-636" y="2574925"/>
            <a:ext cx="9144636" cy="256857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7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7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4292820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/>
          <p:nvPr>
            <p:ph type="title"/>
          </p:nvPr>
        </p:nvSpPr>
        <p:spPr>
          <a:xfrm>
            <a:off x="367665" y="2622232"/>
            <a:ext cx="8415656" cy="1625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inal slid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97" name="Click to add title"/>
          <p:cNvSpPr txBox="1"/>
          <p:nvPr>
            <p:ph type="title" hasCustomPrompt="1"/>
          </p:nvPr>
        </p:nvSpPr>
        <p:spPr>
          <a:xfrm>
            <a:off x="363599" y="1335789"/>
            <a:ext cx="8416802" cy="1443776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9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inal slide">
    <p:bg>
      <p:bgPr>
        <a:solidFill>
          <a:srgbClr val="10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600">
                <a:solidFill>
                  <a:srgbClr val="5DB2E2"/>
                </a:solidFill>
                <a:latin typeface="MiSans Regular"/>
                <a:ea typeface="MiSans Regular"/>
                <a:cs typeface="MiSans Regular"/>
                <a:sym typeface="MiSans Regular"/>
              </a:defRPr>
            </a:lvl1pPr>
          </a:lstStyle>
          <a:p>
            <a:pPr/>
            <a:r>
              <a:t>© 2026  Inspire  |  Confidential </a:t>
            </a:r>
          </a:p>
        </p:txBody>
      </p:sp>
      <p:sp>
        <p:nvSpPr>
          <p:cNvPr id="108" name="Click to add title"/>
          <p:cNvSpPr txBox="1"/>
          <p:nvPr>
            <p:ph type="title" hasCustomPrompt="1"/>
          </p:nvPr>
        </p:nvSpPr>
        <p:spPr>
          <a:xfrm>
            <a:off x="363599" y="1335789"/>
            <a:ext cx="8416802" cy="1443777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5F5F6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109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3"/>
            <a:ext cx="1898652" cy="20085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3"/>
            <a:ext cx="1410483" cy="43920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6426199" y="4767262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  <a:latin typeface="MiSans Regular"/>
                <a:ea typeface="MiSans Regular"/>
                <a:cs typeface="MiSans Regular"/>
                <a:sym typeface="MiSans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8656320" y="488442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999999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Google Shape;9;p1"/>
          <p:cNvSpPr txBox="1"/>
          <p:nvPr/>
        </p:nvSpPr>
        <p:spPr>
          <a:xfrm>
            <a:off x="368299" y="4899659"/>
            <a:ext cx="39376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367665" y="360045"/>
            <a:ext cx="8415656" cy="52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367665" y="1029969"/>
            <a:ext cx="8416926" cy="356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9pPr>
    </p:titleStyle>
    <p:bodyStyle>
      <a:lvl1pPr marL="0" marR="0" indent="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1pPr>
      <a:lvl2pPr marL="5286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2pPr>
      <a:lvl3pPr marL="8715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3pPr>
      <a:lvl4pPr marL="0" marR="0" indent="102870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4pPr>
      <a:lvl5pPr marL="1594485" marR="0" indent="-222885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5pPr>
      <a:lvl6pPr marL="18865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6pPr>
      <a:lvl7pPr marL="22294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7pPr>
      <a:lvl8pPr marL="25723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8pPr>
      <a:lvl9pPr marL="29152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2"/>
          <p:cNvSpPr txBox="1"/>
          <p:nvPr/>
        </p:nvSpPr>
        <p:spPr>
          <a:xfrm>
            <a:off x="271044" y="1728084"/>
            <a:ext cx="524097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defRPr b="1" sz="4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PPT 标题</a:t>
            </a:r>
          </a:p>
        </p:txBody>
      </p:sp>
      <p:sp>
        <p:nvSpPr>
          <p:cNvPr id="121" name="Text 3"/>
          <p:cNvSpPr txBox="1"/>
          <p:nvPr/>
        </p:nvSpPr>
        <p:spPr>
          <a:xfrm>
            <a:off x="313907" y="2452430"/>
            <a:ext cx="874395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lnSpc>
                <a:spcPct val="80000"/>
              </a:lnSpc>
              <a:defRPr b="1" sz="2600">
                <a:solidFill>
                  <a:srgbClr val="00B4D8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PPT 副标题</a:t>
            </a:r>
          </a:p>
        </p:txBody>
      </p:sp>
      <p:sp>
        <p:nvSpPr>
          <p:cNvPr id="122" name="Shape 4"/>
          <p:cNvSpPr/>
          <p:nvPr/>
        </p:nvSpPr>
        <p:spPr>
          <a:xfrm>
            <a:off x="349157" y="3101531"/>
            <a:ext cx="685801" cy="28576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34289" tIns="34289" rIns="34289" bIns="34289"/>
          <a:lstStyle/>
          <a:p>
            <a:pPr defTabSz="685800"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Text 5"/>
          <p:cNvSpPr txBox="1"/>
          <p:nvPr/>
        </p:nvSpPr>
        <p:spPr>
          <a:xfrm>
            <a:off x="356769" y="3384633"/>
            <a:ext cx="865822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685800">
              <a:lnSpc>
                <a:spcPct val="110000"/>
              </a:lnSpc>
              <a:defRPr sz="12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年月时间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